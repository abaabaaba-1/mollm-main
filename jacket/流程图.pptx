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3CE3E-46E4-A104-2926-80CA1A3F2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5CD419-E657-5476-8354-C568D55C1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C0E0B2-2DA5-7A81-FA1B-EE1A5E53A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947B27-A6B8-5EAC-0629-847A81BF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6F0D4F-607E-5E41-8F1C-79B299514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3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5606FF-1938-3C16-F0B1-660C0BEC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714998-095E-1D31-49FB-23D5DA630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108A4D-F268-2FAA-E544-9F704DBF8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3AF972-EE7C-5A1F-707A-9201E17F1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C3B1FB-3550-4EF8-041E-D9F3D7E1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5B5AA-8D66-82B0-3FBD-D2F7482A1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EE51D3-8DC1-21B0-B1DB-37BF398DE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170532-2952-E74E-F6B4-C842F5D6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5398DD-E65D-DA0F-A737-C44DF8A2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DFF77-63EB-AF54-9C3B-D3F363CD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5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D665F-220D-ABB1-BFE9-B2D9A3728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D3BFF2-FF41-526A-4392-0ABBAF04F6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6FB167-050B-E258-E1B0-9C8EFBA54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6B7A93-79FC-7DFB-3DAE-75888C714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CF438A-B1F6-D7AC-150E-A21CBA4A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62F8A-648D-B620-1EB4-D03CE379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2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40350-3DC3-1B31-89FE-4C181BB7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388F75-11CC-8519-2212-CB349DC67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C694C0-4A4C-7095-1766-C1EF2CA1A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1FE6CF-E3C7-C862-E651-30985DFE9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373508-9624-60B5-DACA-0154F7B8B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1DAC86-837E-52C2-5193-A0194C2C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10A9BC-60C1-9C92-17B4-99A3BA58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46DEFC-165B-6E13-4738-CA148FB47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2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A8AB0-656A-ADCB-C9F1-3EB23BD1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F0D0CE-E3F4-2758-7FD6-E347769D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53573C-D9CB-710D-068C-90CD27002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4DDA51-6BFA-0EB6-7589-87F95A5E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93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F67CDA-AFC8-F8A8-465C-3E26B3F88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6E0344-3103-7695-25EE-78ECD74D3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62CBF0-D1A8-9BB7-4E4A-D1708965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52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7C922-C208-F2C7-9FD6-CC38234E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61F3E5-1A5C-8169-E5FB-154DBCFDA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30C21D-677F-436B-F263-780176242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6AE42D-DDB0-8FA0-8F3E-CD761583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312F2-A92C-89B2-C369-B039C010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F2AA5F-6CFA-99E4-74A3-EC07788C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9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B209E-FE25-0113-3FD8-83A37195D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C38AF3-CA15-2729-DEF3-218468FD5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8ACE52-B74C-6A17-9D15-05B57D7EF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DFE4F4-5D79-AD52-8A4F-7E390689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1663B5-B1C9-0F29-D33A-96CD54D2D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C43890-52E3-2A03-840A-B500EEEA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3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C12BF-19E4-D318-F89A-BD70C987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F75CC6-2880-CF60-8AD6-C17597B4E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6EB939-376E-B147-59BB-6AB32914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222B8-FF3B-F569-EB9F-EC2064B1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D920B1-EDD8-0D95-8E03-2B4224EF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5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93A850-1BB3-66C1-FFEB-D7D7C50D02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600E52-7D16-77BD-EFF6-F6DD089BE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2CC59-E260-B7B8-5100-990A9869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D2F90-54C8-3472-8E76-1BCC109D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FA47CB-F0FB-A6EE-8ED8-0C057864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2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C4BB7E-648B-9B56-64C4-01E8C51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8E6718-FDA6-BAFC-C1BC-282B24CC1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6B671-46A1-7DE9-633B-BA77513F9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96F8B-6525-4265-ABC4-46E9B509534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2C3915-8F1B-DA7D-DA28-E321A73A0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E889E1-D6F5-5077-FB18-57D074F5B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63A15-3014-4B4B-BE88-6103796A2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0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2C374-B692-779E-8F1D-6E35ED9A53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F67387-4409-8321-E570-AA8675AA44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D60AFF-A15D-AC10-AB79-1C293288E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46" y="701468"/>
            <a:ext cx="5683560" cy="5034169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5ED2E0A6-2B8E-8822-5D7B-CC419831A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106" y="603802"/>
            <a:ext cx="5555974" cy="555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4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714C2-30BA-28AB-C8DF-F6FF5B2D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973F74-9A34-7E1B-069A-B00537557E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2" r="4628"/>
          <a:stretch/>
        </p:blipFill>
        <p:spPr bwMode="auto">
          <a:xfrm>
            <a:off x="983974" y="1027906"/>
            <a:ext cx="463660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59CF797-C9AB-7EBF-0B77-E21C5BA58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0" y="1736448"/>
            <a:ext cx="5523542" cy="325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69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Li</dc:creator>
  <cp:lastModifiedBy>Richard Li</cp:lastModifiedBy>
  <cp:revision>1</cp:revision>
  <dcterms:created xsi:type="dcterms:W3CDTF">2025-11-10T12:19:33Z</dcterms:created>
  <dcterms:modified xsi:type="dcterms:W3CDTF">2025-11-10T12:49:17Z</dcterms:modified>
</cp:coreProperties>
</file>